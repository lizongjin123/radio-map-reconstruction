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</p:sldIdLst>
  <p:sldSz cx="45720000" cy="2743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4A3B8"/>
    <a:srgbClr val="64748B"/>
    <a:srgbClr val="5266A8"/>
    <a:srgbClr val="E59A32"/>
    <a:srgbClr val="238A8D"/>
    <a:srgbClr val="356D9A"/>
    <a:srgbClr val="F7F9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33" d="100"/>
          <a:sy n="33" d="100"/>
        </p:scale>
        <p:origin x="144" y="-4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15000" y="4489452"/>
            <a:ext cx="34290000" cy="9550400"/>
          </a:xfrm>
        </p:spPr>
        <p:txBody>
          <a:bodyPr anchor="b"/>
          <a:lstStyle>
            <a:lvl1pPr algn="ctr">
              <a:defRPr sz="22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15000" y="14408152"/>
            <a:ext cx="34290000" cy="6623048"/>
          </a:xfrm>
        </p:spPr>
        <p:txBody>
          <a:bodyPr/>
          <a:lstStyle>
            <a:lvl1pPr marL="0" indent="0" algn="ctr">
              <a:buNone/>
              <a:defRPr sz="9000"/>
            </a:lvl1pPr>
            <a:lvl2pPr marL="1714500" indent="0" algn="ctr">
              <a:buNone/>
              <a:defRPr sz="7500"/>
            </a:lvl2pPr>
            <a:lvl3pPr marL="3429000" indent="0" algn="ctr">
              <a:buNone/>
              <a:defRPr sz="6750"/>
            </a:lvl3pPr>
            <a:lvl4pPr marL="5143500" indent="0" algn="ctr">
              <a:buNone/>
              <a:defRPr sz="6000"/>
            </a:lvl4pPr>
            <a:lvl5pPr marL="6858000" indent="0" algn="ctr">
              <a:buNone/>
              <a:defRPr sz="6000"/>
            </a:lvl5pPr>
            <a:lvl6pPr marL="8572500" indent="0" algn="ctr">
              <a:buNone/>
              <a:defRPr sz="6000"/>
            </a:lvl6pPr>
            <a:lvl7pPr marL="10287000" indent="0" algn="ctr">
              <a:buNone/>
              <a:defRPr sz="6000"/>
            </a:lvl7pPr>
            <a:lvl8pPr marL="12001500" indent="0" algn="ctr">
              <a:buNone/>
              <a:defRPr sz="6000"/>
            </a:lvl8pPr>
            <a:lvl9pPr marL="13716000" indent="0" algn="ctr">
              <a:buNone/>
              <a:defRPr sz="6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BA9C3-62E2-4E40-AAD5-C67EE55B437A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7DC08-2387-47DE-8741-1685AC0B0C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7436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BA9C3-62E2-4E40-AAD5-C67EE55B437A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7DC08-2387-47DE-8741-1685AC0B0C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0922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9438" y="6838954"/>
            <a:ext cx="39433500" cy="11410948"/>
          </a:xfrm>
        </p:spPr>
        <p:txBody>
          <a:bodyPr anchor="b"/>
          <a:lstStyle>
            <a:lvl1pPr>
              <a:defRPr sz="22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9438" y="18357854"/>
            <a:ext cx="39433500" cy="6000748"/>
          </a:xfrm>
        </p:spPr>
        <p:txBody>
          <a:bodyPr/>
          <a:lstStyle>
            <a:lvl1pPr marL="0" indent="0">
              <a:buNone/>
              <a:defRPr sz="9000">
                <a:solidFill>
                  <a:schemeClr val="tx1">
                    <a:tint val="82000"/>
                  </a:schemeClr>
                </a:solidFill>
              </a:defRPr>
            </a:lvl1pPr>
            <a:lvl2pPr marL="1714500" indent="0">
              <a:buNone/>
              <a:defRPr sz="7500">
                <a:solidFill>
                  <a:schemeClr val="tx1">
                    <a:tint val="82000"/>
                  </a:schemeClr>
                </a:solidFill>
              </a:defRPr>
            </a:lvl2pPr>
            <a:lvl3pPr marL="3429000" indent="0">
              <a:buNone/>
              <a:defRPr sz="6750">
                <a:solidFill>
                  <a:schemeClr val="tx1">
                    <a:tint val="82000"/>
                  </a:schemeClr>
                </a:solidFill>
              </a:defRPr>
            </a:lvl3pPr>
            <a:lvl4pPr marL="5143500" indent="0">
              <a:buNone/>
              <a:defRPr sz="6000">
                <a:solidFill>
                  <a:schemeClr val="tx1">
                    <a:tint val="82000"/>
                  </a:schemeClr>
                </a:solidFill>
              </a:defRPr>
            </a:lvl4pPr>
            <a:lvl5pPr marL="6858000" indent="0">
              <a:buNone/>
              <a:defRPr sz="6000">
                <a:solidFill>
                  <a:schemeClr val="tx1">
                    <a:tint val="82000"/>
                  </a:schemeClr>
                </a:solidFill>
              </a:defRPr>
            </a:lvl5pPr>
            <a:lvl6pPr marL="8572500" indent="0">
              <a:buNone/>
              <a:defRPr sz="6000">
                <a:solidFill>
                  <a:schemeClr val="tx1">
                    <a:tint val="82000"/>
                  </a:schemeClr>
                </a:solidFill>
              </a:defRPr>
            </a:lvl6pPr>
            <a:lvl7pPr marL="10287000" indent="0">
              <a:buNone/>
              <a:defRPr sz="6000">
                <a:solidFill>
                  <a:schemeClr val="tx1">
                    <a:tint val="82000"/>
                  </a:schemeClr>
                </a:solidFill>
              </a:defRPr>
            </a:lvl7pPr>
            <a:lvl8pPr marL="12001500" indent="0">
              <a:buNone/>
              <a:defRPr sz="6000">
                <a:solidFill>
                  <a:schemeClr val="tx1">
                    <a:tint val="82000"/>
                  </a:schemeClr>
                </a:solidFill>
              </a:defRPr>
            </a:lvl8pPr>
            <a:lvl9pPr marL="13716000" indent="0">
              <a:buNone/>
              <a:defRPr sz="60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BA9C3-62E2-4E40-AAD5-C67EE55B437A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7DC08-2387-47DE-8741-1685AC0B0C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1695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143250" y="7302500"/>
            <a:ext cx="19431000" cy="174053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3145750" y="7302500"/>
            <a:ext cx="19431000" cy="174053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BA9C3-62E2-4E40-AAD5-C67EE55B437A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7DC08-2387-47DE-8741-1685AC0B0C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7161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05" y="1460502"/>
            <a:ext cx="39433500" cy="530225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49207" y="6724652"/>
            <a:ext cx="19341701" cy="3295648"/>
          </a:xfrm>
        </p:spPr>
        <p:txBody>
          <a:bodyPr anchor="b"/>
          <a:lstStyle>
            <a:lvl1pPr marL="0" indent="0">
              <a:buNone/>
              <a:defRPr sz="9000" b="1"/>
            </a:lvl1pPr>
            <a:lvl2pPr marL="1714500" indent="0">
              <a:buNone/>
              <a:defRPr sz="7500" b="1"/>
            </a:lvl2pPr>
            <a:lvl3pPr marL="3429000" indent="0">
              <a:buNone/>
              <a:defRPr sz="6750" b="1"/>
            </a:lvl3pPr>
            <a:lvl4pPr marL="5143500" indent="0">
              <a:buNone/>
              <a:defRPr sz="6000" b="1"/>
            </a:lvl4pPr>
            <a:lvl5pPr marL="6858000" indent="0">
              <a:buNone/>
              <a:defRPr sz="6000" b="1"/>
            </a:lvl5pPr>
            <a:lvl6pPr marL="8572500" indent="0">
              <a:buNone/>
              <a:defRPr sz="6000" b="1"/>
            </a:lvl6pPr>
            <a:lvl7pPr marL="10287000" indent="0">
              <a:buNone/>
              <a:defRPr sz="6000" b="1"/>
            </a:lvl7pPr>
            <a:lvl8pPr marL="12001500" indent="0">
              <a:buNone/>
              <a:defRPr sz="6000" b="1"/>
            </a:lvl8pPr>
            <a:lvl9pPr marL="13716000" indent="0">
              <a:buNone/>
              <a:defRPr sz="60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149207" y="10020300"/>
            <a:ext cx="19341701" cy="147383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3145750" y="6724652"/>
            <a:ext cx="19436955" cy="3295648"/>
          </a:xfrm>
        </p:spPr>
        <p:txBody>
          <a:bodyPr anchor="b"/>
          <a:lstStyle>
            <a:lvl1pPr marL="0" indent="0">
              <a:buNone/>
              <a:defRPr sz="9000" b="1"/>
            </a:lvl1pPr>
            <a:lvl2pPr marL="1714500" indent="0">
              <a:buNone/>
              <a:defRPr sz="7500" b="1"/>
            </a:lvl2pPr>
            <a:lvl3pPr marL="3429000" indent="0">
              <a:buNone/>
              <a:defRPr sz="6750" b="1"/>
            </a:lvl3pPr>
            <a:lvl4pPr marL="5143500" indent="0">
              <a:buNone/>
              <a:defRPr sz="6000" b="1"/>
            </a:lvl4pPr>
            <a:lvl5pPr marL="6858000" indent="0">
              <a:buNone/>
              <a:defRPr sz="6000" b="1"/>
            </a:lvl5pPr>
            <a:lvl6pPr marL="8572500" indent="0">
              <a:buNone/>
              <a:defRPr sz="6000" b="1"/>
            </a:lvl6pPr>
            <a:lvl7pPr marL="10287000" indent="0">
              <a:buNone/>
              <a:defRPr sz="6000" b="1"/>
            </a:lvl7pPr>
            <a:lvl8pPr marL="12001500" indent="0">
              <a:buNone/>
              <a:defRPr sz="6000" b="1"/>
            </a:lvl8pPr>
            <a:lvl9pPr marL="13716000" indent="0">
              <a:buNone/>
              <a:defRPr sz="60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3145750" y="10020300"/>
            <a:ext cx="19436955" cy="147383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BA9C3-62E2-4E40-AAD5-C67EE55B437A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7DC08-2387-47DE-8741-1685AC0B0C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0763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BA9C3-62E2-4E40-AAD5-C67EE55B437A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7DC08-2387-47DE-8741-1685AC0B0C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3423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BA9C3-62E2-4E40-AAD5-C67EE55B437A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7DC08-2387-47DE-8741-1685AC0B0C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260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07" y="1828800"/>
            <a:ext cx="14745889" cy="6400800"/>
          </a:xfrm>
        </p:spPr>
        <p:txBody>
          <a:bodyPr anchor="b"/>
          <a:lstStyle>
            <a:lvl1pPr>
              <a:defRPr sz="1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36955" y="3949702"/>
            <a:ext cx="23145750" cy="19494500"/>
          </a:xfrm>
        </p:spPr>
        <p:txBody>
          <a:bodyPr/>
          <a:lstStyle>
            <a:lvl1pPr>
              <a:defRPr sz="12000"/>
            </a:lvl1pPr>
            <a:lvl2pPr>
              <a:defRPr sz="10500"/>
            </a:lvl2pPr>
            <a:lvl3pPr>
              <a:defRPr sz="9000"/>
            </a:lvl3pPr>
            <a:lvl4pPr>
              <a:defRPr sz="7500"/>
            </a:lvl4pPr>
            <a:lvl5pPr>
              <a:defRPr sz="7500"/>
            </a:lvl5pPr>
            <a:lvl6pPr>
              <a:defRPr sz="7500"/>
            </a:lvl6pPr>
            <a:lvl7pPr>
              <a:defRPr sz="7500"/>
            </a:lvl7pPr>
            <a:lvl8pPr>
              <a:defRPr sz="7500"/>
            </a:lvl8pPr>
            <a:lvl9pPr>
              <a:defRPr sz="7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49207" y="8229600"/>
            <a:ext cx="14745889" cy="15246352"/>
          </a:xfrm>
        </p:spPr>
        <p:txBody>
          <a:bodyPr/>
          <a:lstStyle>
            <a:lvl1pPr marL="0" indent="0">
              <a:buNone/>
              <a:defRPr sz="6000"/>
            </a:lvl1pPr>
            <a:lvl2pPr marL="1714500" indent="0">
              <a:buNone/>
              <a:defRPr sz="5250"/>
            </a:lvl2pPr>
            <a:lvl3pPr marL="3429000" indent="0">
              <a:buNone/>
              <a:defRPr sz="4500"/>
            </a:lvl3pPr>
            <a:lvl4pPr marL="5143500" indent="0">
              <a:buNone/>
              <a:defRPr sz="3750"/>
            </a:lvl4pPr>
            <a:lvl5pPr marL="6858000" indent="0">
              <a:buNone/>
              <a:defRPr sz="3750"/>
            </a:lvl5pPr>
            <a:lvl6pPr marL="8572500" indent="0">
              <a:buNone/>
              <a:defRPr sz="3750"/>
            </a:lvl6pPr>
            <a:lvl7pPr marL="10287000" indent="0">
              <a:buNone/>
              <a:defRPr sz="3750"/>
            </a:lvl7pPr>
            <a:lvl8pPr marL="12001500" indent="0">
              <a:buNone/>
              <a:defRPr sz="3750"/>
            </a:lvl8pPr>
            <a:lvl9pPr marL="13716000" indent="0">
              <a:buNone/>
              <a:defRPr sz="3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BA9C3-62E2-4E40-AAD5-C67EE55B437A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7DC08-2387-47DE-8741-1685AC0B0C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1021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07" y="1828800"/>
            <a:ext cx="14745889" cy="6400800"/>
          </a:xfrm>
        </p:spPr>
        <p:txBody>
          <a:bodyPr anchor="b"/>
          <a:lstStyle>
            <a:lvl1pPr>
              <a:defRPr sz="1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36955" y="3949702"/>
            <a:ext cx="23145750" cy="19494500"/>
          </a:xfrm>
        </p:spPr>
        <p:txBody>
          <a:bodyPr anchor="t"/>
          <a:lstStyle>
            <a:lvl1pPr marL="0" indent="0">
              <a:buNone/>
              <a:defRPr sz="12000"/>
            </a:lvl1pPr>
            <a:lvl2pPr marL="1714500" indent="0">
              <a:buNone/>
              <a:defRPr sz="10500"/>
            </a:lvl2pPr>
            <a:lvl3pPr marL="3429000" indent="0">
              <a:buNone/>
              <a:defRPr sz="9000"/>
            </a:lvl3pPr>
            <a:lvl4pPr marL="5143500" indent="0">
              <a:buNone/>
              <a:defRPr sz="7500"/>
            </a:lvl4pPr>
            <a:lvl5pPr marL="6858000" indent="0">
              <a:buNone/>
              <a:defRPr sz="7500"/>
            </a:lvl5pPr>
            <a:lvl6pPr marL="8572500" indent="0">
              <a:buNone/>
              <a:defRPr sz="7500"/>
            </a:lvl6pPr>
            <a:lvl7pPr marL="10287000" indent="0">
              <a:buNone/>
              <a:defRPr sz="7500"/>
            </a:lvl7pPr>
            <a:lvl8pPr marL="12001500" indent="0">
              <a:buNone/>
              <a:defRPr sz="7500"/>
            </a:lvl8pPr>
            <a:lvl9pPr marL="13716000" indent="0">
              <a:buNone/>
              <a:defRPr sz="7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49207" y="8229600"/>
            <a:ext cx="14745889" cy="15246352"/>
          </a:xfrm>
        </p:spPr>
        <p:txBody>
          <a:bodyPr/>
          <a:lstStyle>
            <a:lvl1pPr marL="0" indent="0">
              <a:buNone/>
              <a:defRPr sz="6000"/>
            </a:lvl1pPr>
            <a:lvl2pPr marL="1714500" indent="0">
              <a:buNone/>
              <a:defRPr sz="5250"/>
            </a:lvl2pPr>
            <a:lvl3pPr marL="3429000" indent="0">
              <a:buNone/>
              <a:defRPr sz="4500"/>
            </a:lvl3pPr>
            <a:lvl4pPr marL="5143500" indent="0">
              <a:buNone/>
              <a:defRPr sz="3750"/>
            </a:lvl4pPr>
            <a:lvl5pPr marL="6858000" indent="0">
              <a:buNone/>
              <a:defRPr sz="3750"/>
            </a:lvl5pPr>
            <a:lvl6pPr marL="8572500" indent="0">
              <a:buNone/>
              <a:defRPr sz="3750"/>
            </a:lvl6pPr>
            <a:lvl7pPr marL="10287000" indent="0">
              <a:buNone/>
              <a:defRPr sz="3750"/>
            </a:lvl7pPr>
            <a:lvl8pPr marL="12001500" indent="0">
              <a:buNone/>
              <a:defRPr sz="3750"/>
            </a:lvl8pPr>
            <a:lvl9pPr marL="13716000" indent="0">
              <a:buNone/>
              <a:defRPr sz="3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BA9C3-62E2-4E40-AAD5-C67EE55B437A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7DC08-2387-47DE-8741-1685AC0B0C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0298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BA9C3-62E2-4E40-AAD5-C67EE55B437A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7DC08-2387-47DE-8741-1685AC0B0C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2997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2718375" y="1460500"/>
            <a:ext cx="9858375" cy="2324735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143250" y="1460500"/>
            <a:ext cx="29003625" cy="2324735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BA9C3-62E2-4E40-AAD5-C67EE55B437A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7DC08-2387-47DE-8741-1685AC0B0C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914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143250" y="1460502"/>
            <a:ext cx="39433500" cy="53022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43250" y="7302500"/>
            <a:ext cx="39433500" cy="174053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143250" y="25425402"/>
            <a:ext cx="10287000" cy="14605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5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4BA9C3-62E2-4E40-AAD5-C67EE55B437A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144750" y="25425402"/>
            <a:ext cx="15430500" cy="14605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5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2289750" y="25425402"/>
            <a:ext cx="10287000" cy="14605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5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87DC08-2387-47DE-8741-1685AC0B0C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742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3429000" rtl="0" eaLnBrk="1" latinLnBrk="0" hangingPunct="1">
        <a:lnSpc>
          <a:spcPct val="90000"/>
        </a:lnSpc>
        <a:spcBef>
          <a:spcPct val="0"/>
        </a:spcBef>
        <a:buNone/>
        <a:defRPr sz="165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57250" indent="-857250" algn="l" defTabSz="3429000" rtl="0" eaLnBrk="1" latinLnBrk="0" hangingPunct="1">
        <a:lnSpc>
          <a:spcPct val="90000"/>
        </a:lnSpc>
        <a:spcBef>
          <a:spcPts val="3750"/>
        </a:spcBef>
        <a:buFont typeface="Arial" panose="020B0604020202020204" pitchFamily="34" charset="0"/>
        <a:buChar char="•"/>
        <a:defRPr sz="10500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0" indent="-857250" algn="l" defTabSz="3429000" rtl="0" eaLnBrk="1" latinLnBrk="0" hangingPunct="1">
        <a:lnSpc>
          <a:spcPct val="90000"/>
        </a:lnSpc>
        <a:spcBef>
          <a:spcPts val="1875"/>
        </a:spcBef>
        <a:buFont typeface="Arial" panose="020B0604020202020204" pitchFamily="34" charset="0"/>
        <a:buChar char="•"/>
        <a:defRPr sz="9000" kern="1200">
          <a:solidFill>
            <a:schemeClr val="tx1"/>
          </a:solidFill>
          <a:latin typeface="+mn-lt"/>
          <a:ea typeface="+mn-ea"/>
          <a:cs typeface="+mn-cs"/>
        </a:defRPr>
      </a:lvl2pPr>
      <a:lvl3pPr marL="4286250" indent="-857250" algn="l" defTabSz="3429000" rtl="0" eaLnBrk="1" latinLnBrk="0" hangingPunct="1">
        <a:lnSpc>
          <a:spcPct val="90000"/>
        </a:lnSpc>
        <a:spcBef>
          <a:spcPts val="1875"/>
        </a:spcBef>
        <a:buFont typeface="Arial" panose="020B0604020202020204" pitchFamily="34" charset="0"/>
        <a:buChar char="•"/>
        <a:defRPr sz="7500" kern="1200">
          <a:solidFill>
            <a:schemeClr val="tx1"/>
          </a:solidFill>
          <a:latin typeface="+mn-lt"/>
          <a:ea typeface="+mn-ea"/>
          <a:cs typeface="+mn-cs"/>
        </a:defRPr>
      </a:lvl3pPr>
      <a:lvl4pPr marL="6000750" indent="-857250" algn="l" defTabSz="3429000" rtl="0" eaLnBrk="1" latinLnBrk="0" hangingPunct="1">
        <a:lnSpc>
          <a:spcPct val="90000"/>
        </a:lnSpc>
        <a:spcBef>
          <a:spcPts val="1875"/>
        </a:spcBef>
        <a:buFont typeface="Arial" panose="020B0604020202020204" pitchFamily="34" charset="0"/>
        <a:buChar char="•"/>
        <a:defRPr sz="6750" kern="1200">
          <a:solidFill>
            <a:schemeClr val="tx1"/>
          </a:solidFill>
          <a:latin typeface="+mn-lt"/>
          <a:ea typeface="+mn-ea"/>
          <a:cs typeface="+mn-cs"/>
        </a:defRPr>
      </a:lvl4pPr>
      <a:lvl5pPr marL="7715250" indent="-857250" algn="l" defTabSz="3429000" rtl="0" eaLnBrk="1" latinLnBrk="0" hangingPunct="1">
        <a:lnSpc>
          <a:spcPct val="90000"/>
        </a:lnSpc>
        <a:spcBef>
          <a:spcPts val="1875"/>
        </a:spcBef>
        <a:buFont typeface="Arial" panose="020B0604020202020204" pitchFamily="34" charset="0"/>
        <a:buChar char="•"/>
        <a:defRPr sz="6750" kern="1200">
          <a:solidFill>
            <a:schemeClr val="tx1"/>
          </a:solidFill>
          <a:latin typeface="+mn-lt"/>
          <a:ea typeface="+mn-ea"/>
          <a:cs typeface="+mn-cs"/>
        </a:defRPr>
      </a:lvl5pPr>
      <a:lvl6pPr marL="9429750" indent="-857250" algn="l" defTabSz="3429000" rtl="0" eaLnBrk="1" latinLnBrk="0" hangingPunct="1">
        <a:lnSpc>
          <a:spcPct val="90000"/>
        </a:lnSpc>
        <a:spcBef>
          <a:spcPts val="1875"/>
        </a:spcBef>
        <a:buFont typeface="Arial" panose="020B0604020202020204" pitchFamily="34" charset="0"/>
        <a:buChar char="•"/>
        <a:defRPr sz="6750" kern="1200">
          <a:solidFill>
            <a:schemeClr val="tx1"/>
          </a:solidFill>
          <a:latin typeface="+mn-lt"/>
          <a:ea typeface="+mn-ea"/>
          <a:cs typeface="+mn-cs"/>
        </a:defRPr>
      </a:lvl6pPr>
      <a:lvl7pPr marL="11144250" indent="-857250" algn="l" defTabSz="3429000" rtl="0" eaLnBrk="1" latinLnBrk="0" hangingPunct="1">
        <a:lnSpc>
          <a:spcPct val="90000"/>
        </a:lnSpc>
        <a:spcBef>
          <a:spcPts val="1875"/>
        </a:spcBef>
        <a:buFont typeface="Arial" panose="020B0604020202020204" pitchFamily="34" charset="0"/>
        <a:buChar char="•"/>
        <a:defRPr sz="6750" kern="1200">
          <a:solidFill>
            <a:schemeClr val="tx1"/>
          </a:solidFill>
          <a:latin typeface="+mn-lt"/>
          <a:ea typeface="+mn-ea"/>
          <a:cs typeface="+mn-cs"/>
        </a:defRPr>
      </a:lvl7pPr>
      <a:lvl8pPr marL="12858750" indent="-857250" algn="l" defTabSz="3429000" rtl="0" eaLnBrk="1" latinLnBrk="0" hangingPunct="1">
        <a:lnSpc>
          <a:spcPct val="90000"/>
        </a:lnSpc>
        <a:spcBef>
          <a:spcPts val="1875"/>
        </a:spcBef>
        <a:buFont typeface="Arial" panose="020B0604020202020204" pitchFamily="34" charset="0"/>
        <a:buChar char="•"/>
        <a:defRPr sz="6750" kern="1200">
          <a:solidFill>
            <a:schemeClr val="tx1"/>
          </a:solidFill>
          <a:latin typeface="+mn-lt"/>
          <a:ea typeface="+mn-ea"/>
          <a:cs typeface="+mn-cs"/>
        </a:defRPr>
      </a:lvl8pPr>
      <a:lvl9pPr marL="14573250" indent="-857250" algn="l" defTabSz="3429000" rtl="0" eaLnBrk="1" latinLnBrk="0" hangingPunct="1">
        <a:lnSpc>
          <a:spcPct val="90000"/>
        </a:lnSpc>
        <a:spcBef>
          <a:spcPts val="1875"/>
        </a:spcBef>
        <a:buFont typeface="Arial" panose="020B0604020202020204" pitchFamily="34" charset="0"/>
        <a:buChar char="•"/>
        <a:defRPr sz="67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0" rtl="0" eaLnBrk="1" latinLnBrk="0" hangingPunct="1">
        <a:defRPr sz="6750" kern="1200">
          <a:solidFill>
            <a:schemeClr val="tx1"/>
          </a:solidFill>
          <a:latin typeface="+mn-lt"/>
          <a:ea typeface="+mn-ea"/>
          <a:cs typeface="+mn-cs"/>
        </a:defRPr>
      </a:lvl1pPr>
      <a:lvl2pPr marL="1714500" algn="l" defTabSz="3429000" rtl="0" eaLnBrk="1" latinLnBrk="0" hangingPunct="1">
        <a:defRPr sz="6750" kern="1200">
          <a:solidFill>
            <a:schemeClr val="tx1"/>
          </a:solidFill>
          <a:latin typeface="+mn-lt"/>
          <a:ea typeface="+mn-ea"/>
          <a:cs typeface="+mn-cs"/>
        </a:defRPr>
      </a:lvl2pPr>
      <a:lvl3pPr marL="3429000" algn="l" defTabSz="3429000" rtl="0" eaLnBrk="1" latinLnBrk="0" hangingPunct="1">
        <a:defRPr sz="6750" kern="1200">
          <a:solidFill>
            <a:schemeClr val="tx1"/>
          </a:solidFill>
          <a:latin typeface="+mn-lt"/>
          <a:ea typeface="+mn-ea"/>
          <a:cs typeface="+mn-cs"/>
        </a:defRPr>
      </a:lvl3pPr>
      <a:lvl4pPr marL="5143500" algn="l" defTabSz="3429000" rtl="0" eaLnBrk="1" latinLnBrk="0" hangingPunct="1">
        <a:defRPr sz="6750" kern="1200">
          <a:solidFill>
            <a:schemeClr val="tx1"/>
          </a:solidFill>
          <a:latin typeface="+mn-lt"/>
          <a:ea typeface="+mn-ea"/>
          <a:cs typeface="+mn-cs"/>
        </a:defRPr>
      </a:lvl4pPr>
      <a:lvl5pPr marL="6858000" algn="l" defTabSz="3429000" rtl="0" eaLnBrk="1" latinLnBrk="0" hangingPunct="1">
        <a:defRPr sz="6750" kern="1200">
          <a:solidFill>
            <a:schemeClr val="tx1"/>
          </a:solidFill>
          <a:latin typeface="+mn-lt"/>
          <a:ea typeface="+mn-ea"/>
          <a:cs typeface="+mn-cs"/>
        </a:defRPr>
      </a:lvl5pPr>
      <a:lvl6pPr marL="8572500" algn="l" defTabSz="3429000" rtl="0" eaLnBrk="1" latinLnBrk="0" hangingPunct="1">
        <a:defRPr sz="6750" kern="1200">
          <a:solidFill>
            <a:schemeClr val="tx1"/>
          </a:solidFill>
          <a:latin typeface="+mn-lt"/>
          <a:ea typeface="+mn-ea"/>
          <a:cs typeface="+mn-cs"/>
        </a:defRPr>
      </a:lvl6pPr>
      <a:lvl7pPr marL="10287000" algn="l" defTabSz="3429000" rtl="0" eaLnBrk="1" latinLnBrk="0" hangingPunct="1">
        <a:defRPr sz="6750" kern="1200">
          <a:solidFill>
            <a:schemeClr val="tx1"/>
          </a:solidFill>
          <a:latin typeface="+mn-lt"/>
          <a:ea typeface="+mn-ea"/>
          <a:cs typeface="+mn-cs"/>
        </a:defRPr>
      </a:lvl7pPr>
      <a:lvl8pPr marL="12001500" algn="l" defTabSz="3429000" rtl="0" eaLnBrk="1" latinLnBrk="0" hangingPunct="1">
        <a:defRPr sz="6750" kern="1200">
          <a:solidFill>
            <a:schemeClr val="tx1"/>
          </a:solidFill>
          <a:latin typeface="+mn-lt"/>
          <a:ea typeface="+mn-ea"/>
          <a:cs typeface="+mn-cs"/>
        </a:defRPr>
      </a:lvl8pPr>
      <a:lvl9pPr marL="13716000" algn="l" defTabSz="3429000" rtl="0" eaLnBrk="1" latinLnBrk="0" hangingPunct="1">
        <a:defRPr sz="67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CB36369-0B42-E86C-74C4-816D14710F66}"/>
              </a:ext>
            </a:extLst>
          </p:cNvPr>
          <p:cNvGrpSpPr/>
          <p:nvPr/>
        </p:nvGrpSpPr>
        <p:grpSpPr>
          <a:xfrm>
            <a:off x="6942531" y="3177407"/>
            <a:ext cx="13738219" cy="11603392"/>
            <a:chOff x="6942531" y="3177407"/>
            <a:chExt cx="13738219" cy="11603392"/>
          </a:xfrm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2658D007-751C-FEFB-BF76-E0BF1C5A655E}"/>
                </a:ext>
              </a:extLst>
            </p:cNvPr>
            <p:cNvSpPr/>
            <p:nvPr/>
          </p:nvSpPr>
          <p:spPr>
            <a:xfrm>
              <a:off x="12833874" y="13624526"/>
              <a:ext cx="2462981" cy="1156273"/>
            </a:xfrm>
            <a:prstGeom prst="roundRect">
              <a:avLst/>
            </a:prstGeom>
            <a:solidFill>
              <a:srgbClr val="E59A32"/>
            </a:solidFill>
            <a:ln>
              <a:solidFill>
                <a:srgbClr val="94A3B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770" dirty="0"/>
                <a:t>Bottleneck</a:t>
              </a:r>
            </a:p>
            <a:p>
              <a:pPr algn="ctr"/>
              <a:r>
                <a:rPr lang="en-US" altLang="zh-CN" sz="2770" dirty="0"/>
                <a:t>512×16×16</a:t>
              </a:r>
              <a:endParaRPr lang="en-US" sz="2770" dirty="0"/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9762C9A5-3786-B606-3515-21FB63706234}"/>
                </a:ext>
              </a:extLst>
            </p:cNvPr>
            <p:cNvSpPr/>
            <p:nvPr/>
          </p:nvSpPr>
          <p:spPr>
            <a:xfrm>
              <a:off x="9747774" y="5507504"/>
              <a:ext cx="2462981" cy="1156273"/>
            </a:xfrm>
            <a:prstGeom prst="roundRect">
              <a:avLst/>
            </a:prstGeom>
            <a:ln>
              <a:solidFill>
                <a:srgbClr val="94A3B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770" dirty="0" err="1"/>
                <a:t>ResBlock</a:t>
              </a:r>
              <a:endParaRPr lang="en-US" sz="2770" dirty="0"/>
            </a:p>
            <a:p>
              <a:pPr algn="ctr"/>
              <a:r>
                <a:rPr lang="en-US" sz="2770" dirty="0"/>
                <a:t>32</a:t>
              </a:r>
              <a:r>
                <a:rPr lang="en-US" altLang="zh-CN" sz="2770" dirty="0"/>
                <a:t>×256×256</a:t>
              </a:r>
              <a:endParaRPr lang="en-US" sz="2770" dirty="0"/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C746DF68-8F5E-8383-69CE-84D3BE533045}"/>
                </a:ext>
              </a:extLst>
            </p:cNvPr>
            <p:cNvSpPr/>
            <p:nvPr/>
          </p:nvSpPr>
          <p:spPr>
            <a:xfrm>
              <a:off x="9747774" y="7095169"/>
              <a:ext cx="2462981" cy="1156273"/>
            </a:xfrm>
            <a:prstGeom prst="roundRect">
              <a:avLst/>
            </a:prstGeom>
            <a:solidFill>
              <a:srgbClr val="356D9A"/>
            </a:solidFill>
            <a:ln>
              <a:solidFill>
                <a:srgbClr val="94A3B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770" dirty="0"/>
                <a:t>Encoder1</a:t>
              </a:r>
            </a:p>
            <a:p>
              <a:pPr algn="ctr"/>
              <a:r>
                <a:rPr lang="en-US" altLang="zh-CN" sz="2770" dirty="0"/>
                <a:t>64×128×128</a:t>
              </a:r>
              <a:endParaRPr lang="en-US" sz="2770" dirty="0"/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CF18315A-0321-213D-CCDF-E20E5F7A0FDD}"/>
                </a:ext>
              </a:extLst>
            </p:cNvPr>
            <p:cNvSpPr/>
            <p:nvPr/>
          </p:nvSpPr>
          <p:spPr>
            <a:xfrm>
              <a:off x="9747774" y="8697582"/>
              <a:ext cx="2462981" cy="1156273"/>
            </a:xfrm>
            <a:prstGeom prst="roundRect">
              <a:avLst/>
            </a:prstGeom>
            <a:solidFill>
              <a:srgbClr val="356D9A"/>
            </a:solidFill>
            <a:ln>
              <a:solidFill>
                <a:srgbClr val="94A3B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770" dirty="0"/>
                <a:t>Encoder2</a:t>
              </a:r>
            </a:p>
            <a:p>
              <a:pPr algn="ctr"/>
              <a:r>
                <a:rPr lang="en-US" altLang="zh-CN" sz="2770" dirty="0"/>
                <a:t>128×64×64</a:t>
              </a:r>
              <a:endParaRPr lang="en-US" sz="2770" dirty="0"/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BB1CD5E3-FAB7-8FE5-EC95-3739011B1A0F}"/>
                </a:ext>
              </a:extLst>
            </p:cNvPr>
            <p:cNvSpPr/>
            <p:nvPr/>
          </p:nvSpPr>
          <p:spPr>
            <a:xfrm>
              <a:off x="9747774" y="10299995"/>
              <a:ext cx="2462980" cy="1156273"/>
            </a:xfrm>
            <a:prstGeom prst="roundRect">
              <a:avLst/>
            </a:prstGeom>
            <a:solidFill>
              <a:srgbClr val="356D9A"/>
            </a:solidFill>
            <a:ln>
              <a:solidFill>
                <a:srgbClr val="94A3B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770" dirty="0"/>
                <a:t>Encoder3</a:t>
              </a:r>
            </a:p>
            <a:p>
              <a:pPr algn="ctr"/>
              <a:r>
                <a:rPr lang="en-US" altLang="zh-CN" sz="2770" dirty="0"/>
                <a:t>256×32×32</a:t>
              </a:r>
              <a:endParaRPr lang="en-US" sz="2770" dirty="0"/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25DDD7B7-EFCF-6E57-AD4A-C3F11647216D}"/>
                </a:ext>
              </a:extLst>
            </p:cNvPr>
            <p:cNvSpPr/>
            <p:nvPr/>
          </p:nvSpPr>
          <p:spPr>
            <a:xfrm>
              <a:off x="9747774" y="11902406"/>
              <a:ext cx="2462981" cy="1156273"/>
            </a:xfrm>
            <a:prstGeom prst="roundRect">
              <a:avLst/>
            </a:prstGeom>
            <a:solidFill>
              <a:srgbClr val="356D9A"/>
            </a:solidFill>
            <a:ln>
              <a:solidFill>
                <a:srgbClr val="94A3B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770" dirty="0"/>
                <a:t>Encoder4</a:t>
              </a:r>
            </a:p>
            <a:p>
              <a:pPr algn="ctr"/>
              <a:r>
                <a:rPr lang="en-US" altLang="zh-CN" sz="2770" dirty="0"/>
                <a:t>512×16×16</a:t>
              </a:r>
              <a:endParaRPr lang="en-US" sz="2770" dirty="0"/>
            </a:p>
          </p:txBody>
        </p: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53B2067C-C040-0F99-ED00-C7FC67A110EE}"/>
                </a:ext>
              </a:extLst>
            </p:cNvPr>
            <p:cNvCxnSpPr>
              <a:cxnSpLocks/>
            </p:cNvCxnSpPr>
            <p:nvPr/>
          </p:nvCxnSpPr>
          <p:spPr>
            <a:xfrm>
              <a:off x="10979264" y="6658247"/>
              <a:ext cx="0" cy="442452"/>
            </a:xfrm>
            <a:prstGeom prst="straightConnector1">
              <a:avLst/>
            </a:prstGeom>
            <a:ln w="63500">
              <a:solidFill>
                <a:srgbClr val="94A3B8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38CFD7DD-1759-65C7-4FBC-F3E59188FB00}"/>
                </a:ext>
              </a:extLst>
            </p:cNvPr>
            <p:cNvCxnSpPr>
              <a:cxnSpLocks/>
            </p:cNvCxnSpPr>
            <p:nvPr/>
          </p:nvCxnSpPr>
          <p:spPr>
            <a:xfrm>
              <a:off x="10979264" y="8245912"/>
              <a:ext cx="0" cy="457200"/>
            </a:xfrm>
            <a:prstGeom prst="straightConnector1">
              <a:avLst/>
            </a:prstGeom>
            <a:ln w="63500">
              <a:solidFill>
                <a:srgbClr val="94A3B8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F5D66311-C533-B03A-45E2-523BAD7BC62A}"/>
                </a:ext>
              </a:extLst>
            </p:cNvPr>
            <p:cNvCxnSpPr>
              <a:cxnSpLocks/>
            </p:cNvCxnSpPr>
            <p:nvPr/>
          </p:nvCxnSpPr>
          <p:spPr>
            <a:xfrm>
              <a:off x="10979264" y="9848325"/>
              <a:ext cx="0" cy="457200"/>
            </a:xfrm>
            <a:prstGeom prst="straightConnector1">
              <a:avLst/>
            </a:prstGeom>
            <a:ln w="63500">
              <a:solidFill>
                <a:srgbClr val="94A3B8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409F9340-68CB-272A-B67C-90C4D706DF73}"/>
                </a:ext>
              </a:extLst>
            </p:cNvPr>
            <p:cNvCxnSpPr>
              <a:cxnSpLocks/>
            </p:cNvCxnSpPr>
            <p:nvPr/>
          </p:nvCxnSpPr>
          <p:spPr>
            <a:xfrm>
              <a:off x="10979264" y="11450738"/>
              <a:ext cx="0" cy="457200"/>
            </a:xfrm>
            <a:prstGeom prst="straightConnector1">
              <a:avLst/>
            </a:prstGeom>
            <a:ln w="63500">
              <a:solidFill>
                <a:srgbClr val="94A3B8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E019B51D-160C-EA71-C4B9-900F6E435A87}"/>
                </a:ext>
              </a:extLst>
            </p:cNvPr>
            <p:cNvSpPr/>
            <p:nvPr/>
          </p:nvSpPr>
          <p:spPr>
            <a:xfrm>
              <a:off x="15919974" y="5507504"/>
              <a:ext cx="2462981" cy="1156273"/>
            </a:xfrm>
            <a:prstGeom prst="roundRect">
              <a:avLst/>
            </a:prstGeom>
            <a:solidFill>
              <a:srgbClr val="5266A8"/>
            </a:solidFill>
            <a:ln>
              <a:solidFill>
                <a:srgbClr val="94A3B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770" dirty="0"/>
                <a:t>CNN</a:t>
              </a:r>
            </a:p>
            <a:p>
              <a:pPr algn="ctr"/>
              <a:r>
                <a:rPr lang="en-US" sz="2770" dirty="0"/>
                <a:t>1</a:t>
              </a:r>
              <a:r>
                <a:rPr lang="en-US" altLang="zh-CN" sz="2770" dirty="0"/>
                <a:t>×1×1</a:t>
              </a:r>
              <a:endParaRPr lang="en-US" sz="2770" dirty="0"/>
            </a:p>
          </p:txBody>
        </p:sp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69643496-F24F-DEF2-84FA-F35569DEF956}"/>
                </a:ext>
              </a:extLst>
            </p:cNvPr>
            <p:cNvSpPr/>
            <p:nvPr/>
          </p:nvSpPr>
          <p:spPr>
            <a:xfrm>
              <a:off x="15919974" y="7106229"/>
              <a:ext cx="2462981" cy="1156273"/>
            </a:xfrm>
            <a:prstGeom prst="roundRect">
              <a:avLst/>
            </a:prstGeom>
            <a:solidFill>
              <a:srgbClr val="238A8D"/>
            </a:solidFill>
            <a:ln>
              <a:solidFill>
                <a:srgbClr val="94A3B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770" dirty="0"/>
                <a:t>Decoder4</a:t>
              </a:r>
            </a:p>
            <a:p>
              <a:pPr algn="ctr"/>
              <a:r>
                <a:rPr lang="en-US" altLang="zh-CN" sz="2770" dirty="0"/>
                <a:t>64×128×128</a:t>
              </a:r>
              <a:endParaRPr lang="en-US" sz="2770" dirty="0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4E7FA3A8-BC71-C8D8-F566-1832F78860BC}"/>
                </a:ext>
              </a:extLst>
            </p:cNvPr>
            <p:cNvSpPr/>
            <p:nvPr/>
          </p:nvSpPr>
          <p:spPr>
            <a:xfrm>
              <a:off x="15919974" y="8704954"/>
              <a:ext cx="2462981" cy="1156273"/>
            </a:xfrm>
            <a:prstGeom prst="roundRect">
              <a:avLst/>
            </a:prstGeom>
            <a:solidFill>
              <a:srgbClr val="238A8D"/>
            </a:solidFill>
            <a:ln>
              <a:solidFill>
                <a:srgbClr val="94A3B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770" dirty="0"/>
                <a:t>Decoder3</a:t>
              </a:r>
            </a:p>
            <a:p>
              <a:pPr algn="ctr"/>
              <a:r>
                <a:rPr lang="en-US" altLang="zh-CN" sz="2770" dirty="0"/>
                <a:t>128×64×64</a:t>
              </a:r>
              <a:endParaRPr lang="en-US" sz="2770" dirty="0"/>
            </a:p>
          </p:txBody>
        </p:sp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5701B72B-D8C9-988A-CE31-DDD975B0B1F0}"/>
                </a:ext>
              </a:extLst>
            </p:cNvPr>
            <p:cNvSpPr/>
            <p:nvPr/>
          </p:nvSpPr>
          <p:spPr>
            <a:xfrm>
              <a:off x="15919975" y="10303679"/>
              <a:ext cx="2462980" cy="1156273"/>
            </a:xfrm>
            <a:prstGeom prst="roundRect">
              <a:avLst/>
            </a:prstGeom>
            <a:solidFill>
              <a:srgbClr val="238A8D"/>
            </a:solidFill>
            <a:ln>
              <a:solidFill>
                <a:srgbClr val="94A3B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770" dirty="0"/>
                <a:t>Decoder2</a:t>
              </a:r>
            </a:p>
            <a:p>
              <a:pPr algn="ctr"/>
              <a:r>
                <a:rPr lang="en-US" altLang="zh-CN" sz="2770" dirty="0"/>
                <a:t>256×32×32</a:t>
              </a:r>
              <a:endParaRPr lang="en-US" sz="2770" dirty="0"/>
            </a:p>
          </p:txBody>
        </p:sp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22051E0F-C3FC-E1A1-7BAA-A5193C7F47C5}"/>
                </a:ext>
              </a:extLst>
            </p:cNvPr>
            <p:cNvSpPr/>
            <p:nvPr/>
          </p:nvSpPr>
          <p:spPr>
            <a:xfrm>
              <a:off x="15919974" y="11902406"/>
              <a:ext cx="2462981" cy="1156273"/>
            </a:xfrm>
            <a:prstGeom prst="roundRect">
              <a:avLst/>
            </a:prstGeom>
            <a:solidFill>
              <a:srgbClr val="238A8D"/>
            </a:solidFill>
            <a:ln>
              <a:solidFill>
                <a:srgbClr val="94A3B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770" dirty="0"/>
                <a:t>Decoder1</a:t>
              </a:r>
            </a:p>
            <a:p>
              <a:pPr algn="ctr"/>
              <a:r>
                <a:rPr lang="en-US" altLang="zh-CN" sz="2770" dirty="0"/>
                <a:t>512×16×16</a:t>
              </a:r>
              <a:endParaRPr lang="en-US" sz="2770" dirty="0"/>
            </a:p>
          </p:txBody>
        </p: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0C42977B-1B22-6283-987C-E8DBBC0423B5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17151464" y="6663777"/>
              <a:ext cx="0" cy="457200"/>
            </a:xfrm>
            <a:prstGeom prst="straightConnector1">
              <a:avLst/>
            </a:prstGeom>
            <a:ln w="63500">
              <a:solidFill>
                <a:srgbClr val="94A3B8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F9A1680C-CCDD-268A-DA04-48977EF681AD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17151464" y="8247754"/>
              <a:ext cx="0" cy="457200"/>
            </a:xfrm>
            <a:prstGeom prst="straightConnector1">
              <a:avLst/>
            </a:prstGeom>
            <a:ln w="63500">
              <a:solidFill>
                <a:srgbClr val="94A3B8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3287A2E5-B9CC-9971-1DBF-CA0C36FA7E91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17151464" y="9861227"/>
              <a:ext cx="0" cy="457200"/>
            </a:xfrm>
            <a:prstGeom prst="straightConnector1">
              <a:avLst/>
            </a:prstGeom>
            <a:ln w="63500">
              <a:solidFill>
                <a:srgbClr val="94A3B8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E013238F-1101-E6C6-D61F-8E4DF5DA8A8C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17151464" y="11459952"/>
              <a:ext cx="0" cy="457200"/>
            </a:xfrm>
            <a:prstGeom prst="straightConnector1">
              <a:avLst/>
            </a:prstGeom>
            <a:ln w="63500">
              <a:solidFill>
                <a:srgbClr val="94A3B8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onnector: Elbow 46">
              <a:extLst>
                <a:ext uri="{FF2B5EF4-FFF2-40B4-BE49-F238E27FC236}">
                  <a16:creationId xmlns:a16="http://schemas.microsoft.com/office/drawing/2014/main" id="{8910A8F6-7195-4E13-EE1A-BDBDF2203E3C}"/>
                </a:ext>
              </a:extLst>
            </p:cNvPr>
            <p:cNvCxnSpPr>
              <a:stCxn id="20" idx="2"/>
              <a:endCxn id="21" idx="1"/>
            </p:cNvCxnSpPr>
            <p:nvPr/>
          </p:nvCxnSpPr>
          <p:spPr>
            <a:xfrm rot="16200000" flipH="1">
              <a:off x="11334577" y="12703366"/>
              <a:ext cx="1143984" cy="1854609"/>
            </a:xfrm>
            <a:prstGeom prst="bentConnector2">
              <a:avLst/>
            </a:prstGeom>
            <a:ln w="63500">
              <a:solidFill>
                <a:srgbClr val="94A3B8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nector: Elbow 47">
              <a:extLst>
                <a:ext uri="{FF2B5EF4-FFF2-40B4-BE49-F238E27FC236}">
                  <a16:creationId xmlns:a16="http://schemas.microsoft.com/office/drawing/2014/main" id="{379D1BE7-6228-3D8B-4BC4-12ADFD83FEC5}"/>
                </a:ext>
              </a:extLst>
            </p:cNvPr>
            <p:cNvCxnSpPr>
              <a:cxnSpLocks/>
              <a:stCxn id="21" idx="3"/>
              <a:endCxn id="26" idx="2"/>
            </p:cNvCxnSpPr>
            <p:nvPr/>
          </p:nvCxnSpPr>
          <p:spPr>
            <a:xfrm flipV="1">
              <a:off x="15296855" y="13058679"/>
              <a:ext cx="1854610" cy="1143984"/>
            </a:xfrm>
            <a:prstGeom prst="bentConnector2">
              <a:avLst/>
            </a:prstGeom>
            <a:ln w="63500">
              <a:solidFill>
                <a:srgbClr val="94A3B8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757F07D8-8F4F-B13B-754E-AFA6FEA3F9DA}"/>
                </a:ext>
              </a:extLst>
            </p:cNvPr>
            <p:cNvCxnSpPr>
              <a:stCxn id="20" idx="3"/>
              <a:endCxn id="26" idx="1"/>
            </p:cNvCxnSpPr>
            <p:nvPr/>
          </p:nvCxnSpPr>
          <p:spPr>
            <a:xfrm>
              <a:off x="12210755" y="12480543"/>
              <a:ext cx="3709219" cy="0"/>
            </a:xfrm>
            <a:prstGeom prst="straightConnector1">
              <a:avLst/>
            </a:prstGeom>
            <a:ln w="63500">
              <a:solidFill>
                <a:srgbClr val="94A3B8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6E38F242-0485-DE60-0054-7AA409B11259}"/>
                </a:ext>
              </a:extLst>
            </p:cNvPr>
            <p:cNvCxnSpPr/>
            <p:nvPr/>
          </p:nvCxnSpPr>
          <p:spPr>
            <a:xfrm>
              <a:off x="12210753" y="10878131"/>
              <a:ext cx="3709219" cy="0"/>
            </a:xfrm>
            <a:prstGeom prst="straightConnector1">
              <a:avLst/>
            </a:prstGeom>
            <a:ln w="63500">
              <a:solidFill>
                <a:srgbClr val="94A3B8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7D0EEA6A-ABAC-D4CB-3FE3-27D09E5A6978}"/>
                </a:ext>
              </a:extLst>
            </p:cNvPr>
            <p:cNvCxnSpPr/>
            <p:nvPr/>
          </p:nvCxnSpPr>
          <p:spPr>
            <a:xfrm>
              <a:off x="12210754" y="9275718"/>
              <a:ext cx="3709219" cy="0"/>
            </a:xfrm>
            <a:prstGeom prst="straightConnector1">
              <a:avLst/>
            </a:prstGeom>
            <a:ln w="63500">
              <a:solidFill>
                <a:srgbClr val="94A3B8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CB6D47B4-04E6-2011-1AC0-CAE60F1D0443}"/>
                </a:ext>
              </a:extLst>
            </p:cNvPr>
            <p:cNvCxnSpPr/>
            <p:nvPr/>
          </p:nvCxnSpPr>
          <p:spPr>
            <a:xfrm>
              <a:off x="12210754" y="7684365"/>
              <a:ext cx="3709219" cy="0"/>
            </a:xfrm>
            <a:prstGeom prst="straightConnector1">
              <a:avLst/>
            </a:prstGeom>
            <a:ln w="63500">
              <a:solidFill>
                <a:srgbClr val="94A3B8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C491CCB5-AB85-EFEC-2E93-D0A4B8A2CFDD}"/>
                </a:ext>
              </a:extLst>
            </p:cNvPr>
            <p:cNvCxnSpPr/>
            <p:nvPr/>
          </p:nvCxnSpPr>
          <p:spPr>
            <a:xfrm>
              <a:off x="12210752" y="6085640"/>
              <a:ext cx="3709219" cy="0"/>
            </a:xfrm>
            <a:prstGeom prst="straightConnector1">
              <a:avLst/>
            </a:prstGeom>
            <a:ln w="63500">
              <a:solidFill>
                <a:srgbClr val="94A3B8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7858F297-0164-CEC0-799D-35C54468F236}"/>
                </a:ext>
              </a:extLst>
            </p:cNvPr>
            <p:cNvSpPr txBox="1"/>
            <p:nvPr/>
          </p:nvSpPr>
          <p:spPr>
            <a:xfrm>
              <a:off x="12968268" y="5500132"/>
              <a:ext cx="219419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770" dirty="0">
                  <a:solidFill>
                    <a:srgbClr val="64748B"/>
                  </a:solidFill>
                </a:rPr>
                <a:t>Concatenate</a:t>
              </a:r>
            </a:p>
          </p:txBody>
        </p:sp>
        <p:cxnSp>
          <p:nvCxnSpPr>
            <p:cNvPr id="72" name="Connector: Elbow 71">
              <a:extLst>
                <a:ext uri="{FF2B5EF4-FFF2-40B4-BE49-F238E27FC236}">
                  <a16:creationId xmlns:a16="http://schemas.microsoft.com/office/drawing/2014/main" id="{78896FF7-A696-1F27-CF76-2FAD06C10940}"/>
                </a:ext>
              </a:extLst>
            </p:cNvPr>
            <p:cNvCxnSpPr>
              <a:cxnSpLocks/>
              <a:stCxn id="103" idx="3"/>
              <a:endCxn id="8" idx="0"/>
            </p:cNvCxnSpPr>
            <p:nvPr/>
          </p:nvCxnSpPr>
          <p:spPr>
            <a:xfrm>
              <a:off x="9093540" y="4410489"/>
              <a:ext cx="1885725" cy="1097015"/>
            </a:xfrm>
            <a:prstGeom prst="bentConnector2">
              <a:avLst/>
            </a:prstGeom>
            <a:ln w="63500">
              <a:solidFill>
                <a:srgbClr val="94A3B8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440C12B5-E80B-2FCC-B3F6-597FD387197A}"/>
                </a:ext>
              </a:extLst>
            </p:cNvPr>
            <p:cNvSpPr txBox="1"/>
            <p:nvPr/>
          </p:nvSpPr>
          <p:spPr>
            <a:xfrm>
              <a:off x="12968268" y="7120977"/>
              <a:ext cx="219419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770" dirty="0">
                  <a:solidFill>
                    <a:srgbClr val="64748B"/>
                  </a:solidFill>
                </a:rPr>
                <a:t>Concatenate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2139DCE6-ED10-D476-E457-487D6AFEA05D}"/>
                </a:ext>
              </a:extLst>
            </p:cNvPr>
            <p:cNvSpPr txBox="1"/>
            <p:nvPr/>
          </p:nvSpPr>
          <p:spPr>
            <a:xfrm>
              <a:off x="12968268" y="8719701"/>
              <a:ext cx="219419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770" dirty="0">
                  <a:solidFill>
                    <a:srgbClr val="64748B"/>
                  </a:solidFill>
                </a:rPr>
                <a:t>Concatenate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1574E929-D4DE-2BBB-89F4-C5F300AAA7DA}"/>
                </a:ext>
              </a:extLst>
            </p:cNvPr>
            <p:cNvSpPr txBox="1"/>
            <p:nvPr/>
          </p:nvSpPr>
          <p:spPr>
            <a:xfrm>
              <a:off x="12968268" y="10351223"/>
              <a:ext cx="219419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770" dirty="0">
                  <a:solidFill>
                    <a:srgbClr val="64748B"/>
                  </a:solidFill>
                </a:rPr>
                <a:t>Concatenate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687762A2-F363-C31E-CDC1-EC02EEDBCAA1}"/>
                </a:ext>
              </a:extLst>
            </p:cNvPr>
            <p:cNvSpPr txBox="1"/>
            <p:nvPr/>
          </p:nvSpPr>
          <p:spPr>
            <a:xfrm>
              <a:off x="12968268" y="11949947"/>
              <a:ext cx="219419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770" dirty="0">
                  <a:solidFill>
                    <a:srgbClr val="64748B"/>
                  </a:solidFill>
                </a:rPr>
                <a:t>Concatenate</a:t>
              </a:r>
            </a:p>
          </p:txBody>
        </p:sp>
        <p:grpSp>
          <p:nvGrpSpPr>
            <p:cNvPr id="112" name="Group 111">
              <a:extLst>
                <a:ext uri="{FF2B5EF4-FFF2-40B4-BE49-F238E27FC236}">
                  <a16:creationId xmlns:a16="http://schemas.microsoft.com/office/drawing/2014/main" id="{46EDCFDC-58A5-444D-60D3-393E84E8FCB3}"/>
                </a:ext>
              </a:extLst>
            </p:cNvPr>
            <p:cNvGrpSpPr/>
            <p:nvPr/>
          </p:nvGrpSpPr>
          <p:grpSpPr>
            <a:xfrm>
              <a:off x="6942531" y="3177407"/>
              <a:ext cx="2151009" cy="2147482"/>
              <a:chOff x="3960955" y="5881915"/>
              <a:chExt cx="2151009" cy="2147482"/>
            </a:xfrm>
          </p:grpSpPr>
          <p:pic>
            <p:nvPicPr>
              <p:cNvPr id="105" name="Picture 104" descr="A colorful dots on a black background&#10;&#10;Description automatically generated">
                <a:extLst>
                  <a:ext uri="{FF2B5EF4-FFF2-40B4-BE49-F238E27FC236}">
                    <a16:creationId xmlns:a16="http://schemas.microsoft.com/office/drawing/2014/main" id="{EB2C7843-B592-84C5-8E11-8E88FC90C24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960955" y="5881915"/>
                <a:ext cx="1828800" cy="1828800"/>
              </a:xfrm>
              <a:prstGeom prst="rect">
                <a:avLst/>
              </a:prstGeom>
            </p:spPr>
          </p:pic>
          <p:pic>
            <p:nvPicPr>
              <p:cNvPr id="107" name="Picture 106" descr="A black and white speckled background&#10;&#10;Description automatically generated">
                <a:extLst>
                  <a:ext uri="{FF2B5EF4-FFF2-40B4-BE49-F238E27FC236}">
                    <a16:creationId xmlns:a16="http://schemas.microsoft.com/office/drawing/2014/main" id="{B4F202AD-EA3B-7678-FFF1-2B7E984AED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068358" y="5988142"/>
                <a:ext cx="1828800" cy="1828800"/>
              </a:xfrm>
              <a:prstGeom prst="rect">
                <a:avLst/>
              </a:prstGeom>
            </p:spPr>
          </p:pic>
          <p:pic>
            <p:nvPicPr>
              <p:cNvPr id="109" name="Picture 108" descr="A map of a city&#10;&#10;Description automatically generated">
                <a:extLst>
                  <a:ext uri="{FF2B5EF4-FFF2-40B4-BE49-F238E27FC236}">
                    <a16:creationId xmlns:a16="http://schemas.microsoft.com/office/drawing/2014/main" id="{7F68C620-1047-B982-1ACF-82AAFADBD48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175761" y="6094369"/>
                <a:ext cx="1828800" cy="1828800"/>
              </a:xfrm>
              <a:prstGeom prst="rect">
                <a:avLst/>
              </a:prstGeom>
            </p:spPr>
          </p:pic>
          <p:pic>
            <p:nvPicPr>
              <p:cNvPr id="103" name="Picture 102" descr="A black and white image of a grid&#10;&#10;Description automatically generated with medium confidence">
                <a:extLst>
                  <a:ext uri="{FF2B5EF4-FFF2-40B4-BE49-F238E27FC236}">
                    <a16:creationId xmlns:a16="http://schemas.microsoft.com/office/drawing/2014/main" id="{AFFF8F49-1746-4DC7-04F2-20291270E70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283164" y="6200597"/>
                <a:ext cx="1828800" cy="1828800"/>
              </a:xfrm>
              <a:prstGeom prst="rect">
                <a:avLst/>
              </a:prstGeom>
            </p:spPr>
          </p:pic>
        </p:grpSp>
        <p:pic>
          <p:nvPicPr>
            <p:cNvPr id="116" name="Picture 115" descr="A colorful image of a building&#10;&#10;Description automatically generated with medium confidence">
              <a:extLst>
                <a:ext uri="{FF2B5EF4-FFF2-40B4-BE49-F238E27FC236}">
                  <a16:creationId xmlns:a16="http://schemas.microsoft.com/office/drawing/2014/main" id="{749793FC-BCA2-D16D-1927-43F8F471F41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851950" y="3496089"/>
              <a:ext cx="1828800" cy="1828800"/>
            </a:xfrm>
            <a:prstGeom prst="rect">
              <a:avLst/>
            </a:prstGeom>
          </p:spPr>
        </p:pic>
        <p:cxnSp>
          <p:nvCxnSpPr>
            <p:cNvPr id="117" name="Connector: Elbow 116">
              <a:extLst>
                <a:ext uri="{FF2B5EF4-FFF2-40B4-BE49-F238E27FC236}">
                  <a16:creationId xmlns:a16="http://schemas.microsoft.com/office/drawing/2014/main" id="{5A791787-1AAA-DA55-6465-57F1D0D2AD0B}"/>
                </a:ext>
              </a:extLst>
            </p:cNvPr>
            <p:cNvCxnSpPr>
              <a:cxnSpLocks/>
              <a:stCxn id="22" idx="0"/>
              <a:endCxn id="116" idx="1"/>
            </p:cNvCxnSpPr>
            <p:nvPr/>
          </p:nvCxnSpPr>
          <p:spPr>
            <a:xfrm rot="5400000" flipH="1" flipV="1">
              <a:off x="17453200" y="4108755"/>
              <a:ext cx="1097015" cy="1700485"/>
            </a:xfrm>
            <a:prstGeom prst="bentConnector2">
              <a:avLst/>
            </a:prstGeom>
            <a:ln w="63500">
              <a:solidFill>
                <a:srgbClr val="94A3B8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891243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124</TotalTime>
  <Words>27</Words>
  <Application>Microsoft Office PowerPoint</Application>
  <PresentationFormat>Custom</PresentationFormat>
  <Paragraphs>27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宗锦 李</dc:creator>
  <cp:lastModifiedBy>宗锦 李</cp:lastModifiedBy>
  <cp:revision>3</cp:revision>
  <dcterms:created xsi:type="dcterms:W3CDTF">2026-08-24T08:24:29Z</dcterms:created>
  <dcterms:modified xsi:type="dcterms:W3CDTF">2026-08-25T01:43:17Z</dcterms:modified>
</cp:coreProperties>
</file>